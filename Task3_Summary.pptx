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Dashboard Design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|  DataX Labs  |  Ministry of MSME, Govt. of India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29000" cy="4754880"/>
          </a:xfrm>
          <a:prstGeom prst="roundRect">
            <a:avLst>
              <a:gd name="adj" fmla="val 3200"/>
            </a:avLst>
          </a:prstGeom>
          <a:solidFill>
            <a:srgbClr val="F3F4F1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8308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880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dashboard that helps business stakeholders track sales, orders, and revenue performance at a glance.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429000" cy="4754880"/>
          </a:xfrm>
          <a:prstGeom prst="roundRect">
            <a:avLst>
              <a:gd name="adj" fmla="val 3200"/>
            </a:avLst>
          </a:prstGeom>
          <a:solidFill>
            <a:srgbClr val="F3F4F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178308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8FBF7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0116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2560320"/>
            <a:ext cx="2880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Tableau Public — a free, no-cost BI tool, meeting the internship's no-paid-tools requirement.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429000" cy="4754880"/>
          </a:xfrm>
          <a:prstGeom prst="roundRect">
            <a:avLst>
              <a:gd name="adj" fmla="val 3200"/>
            </a:avLst>
          </a:prstGeom>
          <a:solidFill>
            <a:srgbClr val="F3F4F1"/>
          </a:solidFill>
          <a:ln/>
        </p:spPr>
      </p:sp>
      <p:sp>
        <p:nvSpPr>
          <p:cNvPr id="12" name="Shape 10"/>
          <p:cNvSpPr/>
          <p:nvPr/>
        </p:nvSpPr>
        <p:spPr>
          <a:xfrm>
            <a:off x="8321040" y="178308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E8D26B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0116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21040" y="2560320"/>
            <a:ext cx="2880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Sales_Financial dataset (Kaggle), covering order-level revenue, units sold, product type, and state.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3F4F1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320040" cy="32004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508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Total Orders, Total Units Sold, and Average Order Value shown as headline summary cards.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3F4F1"/>
          </a:solidFill>
          <a:ln/>
        </p:spPr>
      </p:sp>
      <p:sp>
        <p:nvSpPr>
          <p:cNvPr id="8" name="Shape 6"/>
          <p:cNvSpPr/>
          <p:nvPr/>
        </p:nvSpPr>
        <p:spPr>
          <a:xfrm>
            <a:off x="6446520" y="1600200"/>
            <a:ext cx="320040" cy="32004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1508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19659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Over Time line chart to track seasonal trends across the year.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3F4F1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246120"/>
            <a:ext cx="320040" cy="32004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154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6118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Type bar chart ranking categories from Laptops down to Batteries.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3F4F1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3246120"/>
            <a:ext cx="320040" cy="32004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3154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36118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State choropleth map using a color gradient to highlight top-performing states.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3F4F1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892040"/>
            <a:ext cx="320040" cy="32004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4800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Slicers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2578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Type, Year, State, Revenue range, and Product filters, applied across all charts at once.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46634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3F4F1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6520" y="4892040"/>
            <a:ext cx="320040" cy="32004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4800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Design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52578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green/yellow color theme carried through every chart and KPI card for visual cohesion.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Snapshot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32A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4688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D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$34.49M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21031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32A38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24688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D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178,437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383280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32A38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4688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D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209,079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17920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52560" y="21031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32A38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24688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D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$193.30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052560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2019 totals across all product categories and states.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7D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4173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are the top-performing product type by revenue ($12.17M), more than double the next category, Monitors ($6.38M).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D26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5603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dipped mid-year (May–August) and recovered strongly toward Q4, peaking in December at $4.61M.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7D4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7033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leads all states by revenue, consistent with a large concentration of tech-oriented buyers.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D26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8463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held steady around $193, indicating consistent purchase behavior across the year.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an end-to-end interactive dashboard build in Tableau Public — from KPI selection and time-series analysis to cross-filtering and consistent visual design — reflecting how real business dashboards are put together for stakeholder decision-making.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Interactive Tableau Dashboard  •  PPT Summary  •  GitHub Repository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2026-08-14T14:53:04Z</dcterms:created>
  <dcterms:modified xsi:type="dcterms:W3CDTF">2026-08-14T14:53:04Z</dcterms:modified>
</cp:coreProperties>
</file>